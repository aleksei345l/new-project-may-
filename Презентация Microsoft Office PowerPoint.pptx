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49" autoAdjust="0"/>
  </p:normalViewPr>
  <p:slideViewPr>
    <p:cSldViewPr>
      <p:cViewPr varScale="1">
        <p:scale>
          <a:sx n="106" d="100"/>
          <a:sy n="106" d="100"/>
        </p:scale>
        <p:origin x="-176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9AEDB-7374-49B6-868A-7FC38B02478C}" type="datetimeFigureOut">
              <a:rPr lang="ru-RU" smtClean="0"/>
              <a:pPr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DDE41-B9C5-43E5-9F65-4B833C68D87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DDE41-B9C5-43E5-9F65-4B833C68D879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26.05.2026</a:t>
            </a:fld>
            <a:endParaRPr lang="ru-RU" dirty="0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988840"/>
            <a:ext cx="7848872" cy="2736304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Создание интерактивной геометрической </a:t>
            </a:r>
            <a:r>
              <a:rPr lang="ru-RU" dirty="0" smtClean="0"/>
              <a:t>программы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437112"/>
            <a:ext cx="7854696" cy="1712632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Чекаленко Алексей Романович </a:t>
            </a:r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84502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Цель проекта:</a:t>
            </a:r>
          </a:p>
          <a:p>
            <a:r>
              <a:rPr lang="ru-RU" dirty="0" smtClean="0"/>
              <a:t>Разработать программу для рисования геометрических фигур (круги, многоугольники, сложные фигуры).</a:t>
            </a:r>
          </a:p>
          <a:p>
            <a:r>
              <a:rPr lang="ru-RU" dirty="0" smtClean="0"/>
              <a:t>Обеспечить интерактивность через меню выбора.</a:t>
            </a:r>
          </a:p>
          <a:p>
            <a:r>
              <a:rPr lang="ru-RU" dirty="0" smtClean="0"/>
              <a:t>Использовать модуль </a:t>
            </a:r>
            <a:r>
              <a:rPr lang="ru-RU" dirty="0" err="1" smtClean="0"/>
              <a:t>turtle</a:t>
            </a:r>
            <a:r>
              <a:rPr lang="ru-RU" dirty="0" smtClean="0"/>
              <a:t> для визуализации и </a:t>
            </a:r>
            <a:r>
              <a:rPr lang="ru-RU" dirty="0" err="1" smtClean="0"/>
              <a:t>анимаций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Применение модулей </a:t>
            </a:r>
            <a:r>
              <a:rPr lang="ru-RU" dirty="0" err="1" smtClean="0"/>
              <a:t>math</a:t>
            </a:r>
            <a:r>
              <a:rPr lang="ru-RU" dirty="0" smtClean="0"/>
              <a:t> для точных расчетов (углы, стороны, радиусы).</a:t>
            </a:r>
          </a:p>
          <a:p>
            <a:r>
              <a:rPr lang="ru-RU" dirty="0" smtClean="0"/>
              <a:t>Возможность использования программы для обучения и визуализации основ геометрии.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467600" cy="11967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Возможности </a:t>
            </a:r>
            <a:r>
              <a:rPr lang="ru-RU" dirty="0" err="1" smtClean="0"/>
              <a:t>Python</a:t>
            </a:r>
            <a:r>
              <a:rPr lang="ru-RU" dirty="0" smtClean="0"/>
              <a:t>, использованные в проекте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07504" y="1124744"/>
            <a:ext cx="7344816" cy="5184576"/>
          </a:xfrm>
        </p:spPr>
        <p:txBody>
          <a:bodyPr>
            <a:normAutofit/>
          </a:bodyPr>
          <a:lstStyle/>
          <a:p>
            <a:r>
              <a:rPr lang="ru-RU" dirty="0" smtClean="0"/>
              <a:t>Модуль </a:t>
            </a:r>
            <a:r>
              <a:rPr lang="ru-RU" dirty="0" err="1" smtClean="0"/>
              <a:t>turtle</a:t>
            </a:r>
            <a:r>
              <a:rPr lang="ru-RU" dirty="0" smtClean="0"/>
              <a:t>: для рисования и анимации фигур.</a:t>
            </a:r>
          </a:p>
          <a:p>
            <a:r>
              <a:rPr lang="ru-RU" dirty="0" smtClean="0"/>
              <a:t>Модуль </a:t>
            </a:r>
            <a:r>
              <a:rPr lang="ru-RU" dirty="0" err="1" smtClean="0"/>
              <a:t>math</a:t>
            </a:r>
            <a:r>
              <a:rPr lang="ru-RU" dirty="0" smtClean="0"/>
              <a:t>: для математических расчетов (углы, радиусы, площадь).</a:t>
            </a:r>
          </a:p>
          <a:p>
            <a:r>
              <a:rPr lang="ru-RU" dirty="0" smtClean="0"/>
              <a:t>Функции: для организации кода, повторного использования.</a:t>
            </a:r>
          </a:p>
          <a:p>
            <a:r>
              <a:rPr lang="ru-RU" dirty="0" smtClean="0"/>
              <a:t>Циклы и условные операторы: для меню и логики программы.</a:t>
            </a:r>
          </a:p>
          <a:p>
            <a:r>
              <a:rPr lang="ru-RU" dirty="0" smtClean="0"/>
              <a:t>Обработка пользовательского ввода: для интерактивности.</a:t>
            </a:r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355976" y="1124744"/>
            <a:ext cx="3657600" cy="5400600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Важные части кода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196752"/>
            <a:ext cx="8352928" cy="4536504"/>
          </a:xfrm>
        </p:spPr>
        <p:txBody>
          <a:bodyPr/>
          <a:lstStyle/>
          <a:p>
            <a:r>
              <a:rPr lang="ru-RU" dirty="0" smtClean="0"/>
              <a:t>Функция для рисования многоугольника: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Функция для расчета стороны многоугольника по апофеме: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6408712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365104"/>
            <a:ext cx="6408712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Демонстрация работы программы: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12776"/>
            <a:ext cx="7467600" cy="2332856"/>
          </a:xfrm>
        </p:spPr>
        <p:txBody>
          <a:bodyPr>
            <a:normAutofit/>
          </a:bodyPr>
          <a:lstStyle/>
          <a:p>
            <a:r>
              <a:rPr lang="ru-RU" dirty="0" smtClean="0"/>
              <a:t>Выбор фигуры из меню.</a:t>
            </a:r>
          </a:p>
          <a:p>
            <a:r>
              <a:rPr lang="ru-RU" dirty="0" smtClean="0"/>
              <a:t>Ввод параметров (длина стороны, радиус, апофема).</a:t>
            </a:r>
          </a:p>
          <a:p>
            <a:r>
              <a:rPr lang="ru-RU" dirty="0" smtClean="0"/>
              <a:t>Визуализация на экране.</a:t>
            </a:r>
          </a:p>
          <a:p>
            <a:endParaRPr lang="ru-RU" dirty="0" smtClean="0"/>
          </a:p>
          <a:p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3356992"/>
            <a:ext cx="182880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338201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5129808"/>
            <a:ext cx="187220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9592" y="5085184"/>
            <a:ext cx="3384376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Возникающие проблемы и способы их преодоления: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7467600" cy="5184576"/>
          </a:xfrm>
        </p:spPr>
        <p:txBody>
          <a:bodyPr>
            <a:normAutofit/>
          </a:bodyPr>
          <a:lstStyle/>
          <a:p>
            <a:r>
              <a:rPr lang="ru-RU" dirty="0" smtClean="0"/>
              <a:t>Иногда фигуры неправильно позиционировались из-за ошибок в расчетах или ориентации.</a:t>
            </a:r>
          </a:p>
          <a:p>
            <a:r>
              <a:rPr lang="ru-RU" dirty="0" smtClean="0"/>
              <a:t>Обработка ошибок ввода: нужно было добавлять проверки.</a:t>
            </a:r>
          </a:p>
          <a:p>
            <a:r>
              <a:rPr lang="ru-RU" dirty="0" smtClean="0"/>
              <a:t>Замедление при больших размерах фигур.</a:t>
            </a:r>
          </a:p>
          <a:p>
            <a:r>
              <a:rPr lang="ru-RU" dirty="0" smtClean="0"/>
              <a:t>Требовалось много тестирования для точных расчетов углов и сторон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Дальнейшие шаги и возможные улучшения: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96752"/>
            <a:ext cx="7467600" cy="4929411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Добавление графического интерфейса (GUI) с помощью библиотек </a:t>
            </a:r>
            <a:r>
              <a:rPr lang="ru-RU" dirty="0" err="1" smtClean="0"/>
              <a:t>tkinter</a:t>
            </a:r>
            <a:r>
              <a:rPr lang="ru-RU" dirty="0" smtClean="0"/>
              <a:t> или </a:t>
            </a:r>
            <a:r>
              <a:rPr lang="ru-RU" dirty="0" err="1" smtClean="0"/>
              <a:t>PyQt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Реализация анимации построения фигур.</a:t>
            </a:r>
          </a:p>
          <a:p>
            <a:r>
              <a:rPr lang="ru-RU" dirty="0" smtClean="0"/>
              <a:t>Возможность сохранять изображения.</a:t>
            </a:r>
          </a:p>
          <a:p>
            <a:r>
              <a:rPr lang="ru-RU" dirty="0" smtClean="0"/>
              <a:t>Обработка ошибок и проверки входных данных.</a:t>
            </a:r>
          </a:p>
          <a:p>
            <a:r>
              <a:rPr lang="ru-RU" dirty="0" smtClean="0"/>
              <a:t>Расширение набора фигур (например, многоугольники с разными углами, сложные фигуры).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  <p:pic>
        <p:nvPicPr>
          <p:cNvPr id="6" name="Содержимое 5"/>
          <p:cNvPicPr>
            <a:picLocks noGrp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348880"/>
            <a:ext cx="252028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55</TotalTime>
  <Words>253</Words>
  <Application>Microsoft Office PowerPoint</Application>
  <PresentationFormat>Экран (4:3)</PresentationFormat>
  <Paragraphs>41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Техническая</vt:lpstr>
      <vt:lpstr>Создание интерактивной геометрической программы</vt:lpstr>
      <vt:lpstr>Цель проекта</vt:lpstr>
      <vt:lpstr>Возможности Python, использованные в проекте </vt:lpstr>
      <vt:lpstr>Важные части кода</vt:lpstr>
      <vt:lpstr>Демонстрация работы программы:</vt:lpstr>
      <vt:lpstr>Возникающие проблемы и способы их преодоления: </vt:lpstr>
      <vt:lpstr>Дальнейшие шаги и возможные улучшения: 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проверки учебных работ учителей</dc:title>
  <dc:creator>user</dc:creator>
  <cp:lastModifiedBy>user</cp:lastModifiedBy>
  <cp:revision>17</cp:revision>
  <dcterms:created xsi:type="dcterms:W3CDTF">2026-01-21T16:45:59Z</dcterms:created>
  <dcterms:modified xsi:type="dcterms:W3CDTF">2026-05-26T19:08:30Z</dcterms:modified>
</cp:coreProperties>
</file>